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2829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67455-AD0C-41D6-B0DB-8025D097064E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DEB80-F751-4FD9-BA36-87E0C69C4B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47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033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B811B-01CB-DCF6-FE00-23347BAC5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869232-8118-FD88-5FDA-DDD916A48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1A5617-E481-0E58-2E68-8D205432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B3C15-281F-D27D-35D5-83AE053D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2A72EC-01DE-DC83-9866-31157E4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149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4DDB0-2156-0296-0473-E272E710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0160DC-3C60-5372-8A89-751B3C450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4473A-0C9E-F91E-7D27-29EA2784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52C8-18C7-7E19-3C01-CAFA31F3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566070-D7C9-3ED3-A957-095B349A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2D5B6-12BA-97EB-EEEE-320B7505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03E9DD-56C3-0FDB-4F81-E95C30BCE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225692-709F-D9F4-F270-F0CE7122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246E05-E86A-BB56-CDC9-07F4B1FD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5F49C-D190-D622-8A8D-E17F6DE9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410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EB73A-60A6-26EE-B52F-71C23C09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140995-EA2A-73C6-D335-3CBAF905C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33832D-783E-3BED-DFB7-E9C97BF1A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64FA8-CF74-5334-8BED-0C91BBAF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288AA2-B2B9-61DD-7DD7-C6994020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39D6A4-1971-1E14-5268-E5853581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036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02C57-F62A-5A21-5F36-DC205188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1F652B-D270-2358-268C-23F696C8D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BD663B-47D4-D78E-B44D-2C24D4EFA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7E7361-9CD0-F287-BF2F-ECC305CA5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6AE322-2E93-8A74-346D-96A9D5966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8181D6D-9895-E700-BA72-F6A52EB6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687165-F265-1BCC-C70B-7B76F494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83D8BF-D2BA-B141-F46D-B4E40AA7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122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E004B-57A0-8685-FADB-6022C462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73C633-887C-5E27-1C1C-57EA6F83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A7E122-B8F6-C8B0-02F6-B0F20C84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66D6A2-0C99-2554-0C1D-96717727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096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632C55-CDA2-B5A8-9C4D-B569AFD8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A67EBE-A9F2-44F9-3EE5-03D582F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42AB40-9981-49B0-D3A5-1A9E7DE0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495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BD4AC-B780-9B89-80F7-B2F971B4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038339-7CAB-730A-B36D-ADEFE82D9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430612-9A8F-CAD2-97F8-5E5B0355F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331BFF-C407-4F82-FBEB-58D8E826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80768E-C0B3-DA96-181F-81B41615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8F3DD4-400B-EEA8-6F84-899D54AD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3354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AE595-331F-0085-E790-D2FFBCFA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90300A-CFC3-B75C-8C39-DB59878FF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A01E13-A449-C6EF-203E-6DAF35BD8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5D85A6-69A7-76B2-03FD-B216798C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C441C0-AB44-2D7E-DEDB-AC97A110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495E22-11C6-AB96-09BE-C31C4182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566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19F44-C014-0858-46A8-CA505D07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ACD258-1D1E-87FD-9C07-2EA36F4B9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57234D-8CC5-2499-1A95-66DBDA6F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0BF51-9439-7BCE-8AA0-6BA46FD2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93F5F-B6C6-46C5-3900-13D51DDD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285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F4AECA-39F1-3956-DDFE-E7570BD08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32FA4A-B696-9E7C-7AC4-23E07CA52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CD706B-B852-620E-80C6-A27B9217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E8C27F-A92F-D45D-DE4E-4E7AE092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BFD22-3131-717E-16D7-90DBF862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030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500C42-9BBA-530C-40FA-7FA3581A7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5A57B2-EAE0-E8C7-6E02-AB76A6450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CA9F8-5817-066D-09A6-FB02DF680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E1DB8-B542-43D2-A2D5-CCA106571324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296C59-7D02-7601-DB45-C89749587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941B40-3E66-4450-4314-721EE86FE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802D8-D107-47A5-AE2E-93836290BC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326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56" y="592676"/>
            <a:ext cx="7926691" cy="510438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931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5374" y="-10973"/>
            <a:ext cx="1028073" cy="101506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91145" y="1139919"/>
            <a:ext cx="11357333" cy="94398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863201" tIns="0" rIns="95911" bIns="0" rtlCol="0" anchor="ctr"/>
            <a:lstStyle/>
            <a:p>
              <a:r>
                <a:rPr lang="es-ES" sz="1599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8330090" y="2229573"/>
            <a:ext cx="3318387" cy="4015363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398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8853357" y="2385340"/>
            <a:ext cx="2637486" cy="473274"/>
          </a:xfrm>
          <a:prstGeom prst="rect">
            <a:avLst/>
          </a:prstGeom>
        </p:spPr>
        <p:txBody>
          <a:bodyPr vert="horz" lIns="91355" tIns="45678" rIns="91355" bIns="4567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599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8486920" y="3180280"/>
            <a:ext cx="3003924" cy="6763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28389" indent="-228389">
              <a:buFont typeface="Arial" panose="020B0604020202020204" pitchFamily="34" charset="0"/>
              <a:buChar char="•"/>
            </a:pPr>
            <a:r>
              <a:rPr lang="es-ES" sz="1465" dirty="0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xxxxxxxxxxxxxxxxx</a:t>
            </a:r>
            <a:endParaRPr lang="es-MX" sz="2398" dirty="0"/>
          </a:p>
          <a:p>
            <a:pPr marL="228389" indent="-228389">
              <a:buFont typeface="Arial" panose="020B0604020202020204" pitchFamily="34" charset="0"/>
              <a:buChar char="•"/>
            </a:pPr>
            <a:endParaRPr lang="es-MX" sz="1465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228389" indent="-228389">
              <a:buFont typeface="Arial" panose="020B0604020202020204" pitchFamily="34" charset="0"/>
              <a:buChar char="•"/>
            </a:pPr>
            <a:endParaRPr lang="es-MX" sz="1465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</a:blip>
          <a:srcRect/>
          <a:stretch/>
        </p:blipFill>
        <p:spPr>
          <a:xfrm>
            <a:off x="8460324" y="2419275"/>
            <a:ext cx="393033" cy="393033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684177" y="2229572"/>
            <a:ext cx="7454781" cy="473274"/>
          </a:xfrm>
          <a:prstGeom prst="rect">
            <a:avLst/>
          </a:prstGeom>
        </p:spPr>
        <p:txBody>
          <a:bodyPr vert="horz" lIns="91355" tIns="45678" rIns="91355" bIns="4567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599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2236" y="2263507"/>
            <a:ext cx="390849" cy="393033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1162037" y="415334"/>
            <a:ext cx="940119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94731887-A176-6AB5-F6F3-0628B74ADD0C}"/>
              </a:ext>
            </a:extLst>
          </p:cNvPr>
          <p:cNvGrpSpPr/>
          <p:nvPr/>
        </p:nvGrpSpPr>
        <p:grpSpPr>
          <a:xfrm>
            <a:off x="308399" y="2938366"/>
            <a:ext cx="7830560" cy="473544"/>
            <a:chOff x="-204003" y="1930587"/>
            <a:chExt cx="5878358" cy="355487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4E229195-6E6E-3A38-E5B7-5EA507F85E2A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pPr algn="just"/>
              <a:r>
                <a:rPr lang="es-MX" sz="1465" dirty="0" err="1">
                  <a:solidFill>
                    <a:srgbClr val="333333"/>
                  </a:solidFill>
                  <a:cs typeface="Calibri"/>
                </a:rPr>
                <a:t>xxxxxxxxxxxxxxxxxxxx</a:t>
              </a:r>
              <a:endParaRPr lang="en-US" sz="1465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8025B23-B0BD-030D-A1BA-3B4CFBE2AB68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05F811A-DF00-3CB1-E2C1-0301E50FD6B7}"/>
              </a:ext>
            </a:extLst>
          </p:cNvPr>
          <p:cNvGrpSpPr/>
          <p:nvPr/>
        </p:nvGrpSpPr>
        <p:grpSpPr>
          <a:xfrm>
            <a:off x="308399" y="3473906"/>
            <a:ext cx="7830560" cy="473544"/>
            <a:chOff x="-204003" y="1930587"/>
            <a:chExt cx="5878358" cy="355487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D0B7D31D-29A6-87ED-8960-58E247F24C8D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pPr algn="just"/>
              <a:r>
                <a:rPr lang="es-MX" sz="1465" dirty="0" err="1">
                  <a:solidFill>
                    <a:srgbClr val="333333"/>
                  </a:solidFill>
                  <a:ea typeface="+mn-lt"/>
                  <a:cs typeface="+mn-lt"/>
                </a:rPr>
                <a:t>xxxxxxxxxxxxxxxxxxxxxxxxxxx</a:t>
              </a:r>
              <a:r>
                <a:rPr lang="es-MX" sz="1465" dirty="0">
                  <a:solidFill>
                    <a:srgbClr val="333333"/>
                  </a:solidFill>
                  <a:ea typeface="+mn-lt"/>
                  <a:cs typeface="+mn-lt"/>
                </a:rPr>
                <a:t>.</a:t>
              </a:r>
              <a:endParaRPr lang="en-US" sz="2398" dirty="0">
                <a:ea typeface="+mn-lt"/>
                <a:cs typeface="+mn-lt"/>
              </a:endParaRP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01426FED-CD77-48F3-11DA-DE9129938E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D68922E-E3FD-4344-3C30-BF832E11C790}"/>
              </a:ext>
            </a:extLst>
          </p:cNvPr>
          <p:cNvGrpSpPr/>
          <p:nvPr/>
        </p:nvGrpSpPr>
        <p:grpSpPr>
          <a:xfrm>
            <a:off x="308399" y="4008666"/>
            <a:ext cx="7838566" cy="431259"/>
            <a:chOff x="-204003" y="1930587"/>
            <a:chExt cx="5884368" cy="398454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BC747042-3AFD-9265-52DE-0855C1259C56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pPr algn="just"/>
              <a:r>
                <a:rPr lang="es-MX" sz="1465" dirty="0" err="1">
                  <a:solidFill>
                    <a:srgbClr val="333333"/>
                  </a:solidFill>
                  <a:ea typeface="+mn-lt"/>
                  <a:cs typeface="+mn-lt"/>
                </a:rPr>
                <a:t>xxxxxxxxxxxxxxxxx</a:t>
              </a:r>
              <a:r>
                <a:rPr lang="es-MX" sz="1465" dirty="0">
                  <a:solidFill>
                    <a:srgbClr val="333333"/>
                  </a:solidFill>
                  <a:ea typeface="+mn-lt"/>
                  <a:cs typeface="+mn-lt"/>
                </a:rPr>
                <a:t>.</a:t>
              </a:r>
              <a:endParaRPr lang="en-US" sz="2398" dirty="0">
                <a:ea typeface="+mn-lt"/>
                <a:cs typeface="+mn-lt"/>
              </a:endParaRP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8464C642-8FE8-7839-9753-31E586AF2AFE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A770019F-23A0-3D54-0520-9C4EDA37D03D}"/>
              </a:ext>
            </a:extLst>
          </p:cNvPr>
          <p:cNvGrpSpPr/>
          <p:nvPr/>
        </p:nvGrpSpPr>
        <p:grpSpPr>
          <a:xfrm>
            <a:off x="308399" y="4501143"/>
            <a:ext cx="7838566" cy="473544"/>
            <a:chOff x="-204003" y="1930587"/>
            <a:chExt cx="5884368" cy="35548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A9EA685E-FF01-9C5A-5477-BF96649B765F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r>
                <a:rPr lang="es-MX" sz="1465" dirty="0" err="1">
                  <a:solidFill>
                    <a:srgbClr val="333333"/>
                  </a:solidFill>
                  <a:latin typeface="Calibri"/>
                  <a:ea typeface="+mn-lt"/>
                  <a:cs typeface="Calibri"/>
                </a:rPr>
                <a:t>xxxxxxxxxxxxxxxxxxxx</a:t>
              </a:r>
              <a:r>
                <a:rPr lang="es-MX" sz="1465" dirty="0">
                  <a:solidFill>
                    <a:srgbClr val="333333"/>
                  </a:solidFill>
                  <a:latin typeface="Calibri"/>
                  <a:ea typeface="+mn-lt"/>
                  <a:cs typeface="Calibri"/>
                </a:rPr>
                <a:t>.</a:t>
              </a:r>
              <a:endParaRPr lang="en-US" sz="1465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2585FEE0-B62A-2E73-DBB2-565A2A223E58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CB1CF54-68D2-4A7A-D5C3-3F44AA22899B}"/>
              </a:ext>
            </a:extLst>
          </p:cNvPr>
          <p:cNvGrpSpPr/>
          <p:nvPr/>
        </p:nvGrpSpPr>
        <p:grpSpPr>
          <a:xfrm>
            <a:off x="308399" y="5035901"/>
            <a:ext cx="7838566" cy="473544"/>
            <a:chOff x="-204003" y="1930587"/>
            <a:chExt cx="5884368" cy="355487"/>
          </a:xfrm>
        </p:grpSpPr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C7142C0A-9514-E372-0727-9E62685BE1BA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r>
                <a:rPr lang="es-MX" sz="1465" dirty="0" err="1">
                  <a:solidFill>
                    <a:srgbClr val="333333"/>
                  </a:solidFill>
                  <a:ea typeface="+mn-lt"/>
                  <a:cs typeface="+mn-lt"/>
                </a:rPr>
                <a:t>xxxxxxxxxxxxxxxx</a:t>
              </a:r>
              <a:endParaRPr lang="en-US" sz="2398" dirty="0">
                <a:ea typeface="+mn-lt"/>
                <a:cs typeface="+mn-lt"/>
              </a:endParaRP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938D2F60-622E-7E78-C6DA-EDEC734CD4FD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6B4329DE-462D-44FD-5DE5-DD83CDC0FBBF}"/>
              </a:ext>
            </a:extLst>
          </p:cNvPr>
          <p:cNvGrpSpPr/>
          <p:nvPr/>
        </p:nvGrpSpPr>
        <p:grpSpPr>
          <a:xfrm>
            <a:off x="308399" y="5570658"/>
            <a:ext cx="7838566" cy="473544"/>
            <a:chOff x="-204003" y="1930587"/>
            <a:chExt cx="5884368" cy="3554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B52A771D-B89A-12A4-FAFF-D0FFE3BF0789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07" tIns="60904" rIns="121807" bIns="60904" rtlCol="0" anchor="ctr"/>
            <a:lstStyle/>
            <a:p>
              <a:r>
                <a:rPr lang="es-MX" sz="1465" dirty="0" err="1">
                  <a:solidFill>
                    <a:srgbClr val="333333"/>
                  </a:solidFill>
                  <a:ea typeface="+mn-lt"/>
                  <a:cs typeface="+mn-lt"/>
                </a:rPr>
                <a:t>xxxxxxxxxxxxxxxxxxxx</a:t>
              </a:r>
              <a:endParaRPr lang="en-US" sz="2398" dirty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0EBB9684-F273-9B25-3DEA-230689BBA66F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32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</Words>
  <Application>Microsoft Office PowerPoint</Application>
  <PresentationFormat>Panorámica</PresentationFormat>
  <Paragraphs>12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Calibri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D. Garcia Gamez</dc:creator>
  <cp:lastModifiedBy>Juan D. Garcia Gamez</cp:lastModifiedBy>
  <cp:revision>1</cp:revision>
  <dcterms:created xsi:type="dcterms:W3CDTF">2026-03-12T16:31:33Z</dcterms:created>
  <dcterms:modified xsi:type="dcterms:W3CDTF">2026-03-12T17:04:19Z</dcterms:modified>
</cp:coreProperties>
</file>